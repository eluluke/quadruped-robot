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dbf0d9e283490f" /><Relationship Type="http://schemas.openxmlformats.org/officeDocument/2006/relationships/extended-properties" Target="/docProps/app.xml" Id="Rb3c4855912374047" /><Relationship Type="http://schemas.openxmlformats.org/officeDocument/2006/relationships/officeDocument" Target="/ppt/presentation.xml" Id="Rece06b5925fe40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12a26af8384b17"/>
  </p:sldMasterIdLst>
  <p:notesMasterIdLst>
    <p:notesMasterId xmlns:r="http://schemas.openxmlformats.org/officeDocument/2006/relationships" r:id="Rcb1ba5e68e064ca9"/>
  </p:notesMasterIdLst>
  <p:sldIdLst>
    <p:sldId xmlns:r="http://schemas.openxmlformats.org/officeDocument/2006/relationships" id="256" r:id="R7475313ff7f644f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fd417c7f6a4dce" /><Relationship Type="http://schemas.openxmlformats.org/officeDocument/2006/relationships/slideMaster" Target="/ppt/slideMasters/slideMaster1.xml" Id="Rb012a26af8384b17" /><Relationship Type="http://schemas.openxmlformats.org/officeDocument/2006/relationships/notesMaster" Target="/ppt/notesMasters/notesMaster1.xml" Id="Rcb1ba5e68e064ca9" /><Relationship Type="http://schemas.openxmlformats.org/officeDocument/2006/relationships/presProps" Target="/ppt/presProps.xml" Id="R7fe973b119df4287" /><Relationship Type="http://schemas.openxmlformats.org/officeDocument/2006/relationships/viewProps" Target="/ppt/viewProps.xml" Id="R069c5eab538d4d4c" /><Relationship Type="http://schemas.openxmlformats.org/officeDocument/2006/relationships/tableStyles" Target="/ppt/tableStyles.xml" Id="R615eaefff3bf4c8c" /><Relationship Type="http://schemas.openxmlformats.org/officeDocument/2006/relationships/slide" Target="/ppt/slides/slide1.xml" Id="R7475313ff7f644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0847eefaa443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2ee3b8c90c4d3c" /><Relationship Type="http://schemas.openxmlformats.org/officeDocument/2006/relationships/notesMaster" Target="/ppt/notesMasters/notesMaster1.xml" Id="Rc3d879abc08746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dc92ad64a4e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91448baec74909" /><Relationship Type="http://schemas.openxmlformats.org/officeDocument/2006/relationships/slideLayout" Target="/ppt/slideLayouts/slideLayout1.xml" Id="R3170afe1f84045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70afe1f84045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3dccd4830493a" /><Relationship Type="http://schemas.openxmlformats.org/officeDocument/2006/relationships/notesSlide" Target="/ppt/notesSlides/notesSlide1.xml" Id="R3758a1fde58a48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01FE53-AD86-4973-9798-F2DAD4A9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FCA94-1E67-4513-B9E9-8BD8CCC0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BAF48-AE3F-4A87-B43E-A7793C0F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"/>
            <a:ext cx="2571750" cy="664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8ED2C-665E-4965-8402-661CD7DA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67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>
              <a:alpha val="13333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F5D5F-4E48-4ECB-B481-B3AE8D96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CD6E2-2157-4195-B60E-65392545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JOIN THE QUADRUPED ROBOT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E8861-18A0-4E90-A3A0-5686A8E5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7810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Help us make a real robot dog stand, trot, and learn.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C753E-65D3-42A7-8431-E490ABEE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742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We are building a 12-DOF quadruped with CAN motor controllers, Xbox remote locomotion, MuJoCo simulation, and a future RL training pipeline.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F390B-3184-44F4-A04C-21FE871A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7581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4D633-808E-43E7-88BD-7F29315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65FF6-5BEF-4DB6-A449-D6A205BF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432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92587-F2B0-467B-AEB1-03E73849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4320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D7707-77F7-4BA0-AE63-FB787D68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rPr>
              <a:t>Current mission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79ED7-0E5F-4D70-9437-DD934624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Fix hardware reliability first: keep all 12 motor controllers online, make shutdown clean, then start whole-body standing and remote trotting.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55567-A593-4E01-A30D-25DC77F1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22D3EE"/>
                </a:solidFill>
                <a:latin typeface="Aptos Display"/>
                <a:ea typeface="Aptos Display"/>
                <a:cs typeface="Aptos Display"/>
              </a:rPr>
              <a:t>Looking for teammates who can own one small hard problem: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6D0E4-5B06-44F4-8997-A6A23604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2362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8A016-AE89-4B35-81E3-E92EAE21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4A182-1F68-495C-8279-079DC0B8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CAN / electronics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042E0-7D18-4431-B139-401C15B7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195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Debug wiring, power, termination, and motor controller failures.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763155-8D4A-4E9A-B3AD-A761C9FF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48200"/>
            <a:ext cx="2362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BE4C1-8133-4FEC-BCAA-2D77B265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4820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B10B71-B3C1-45F9-8F7D-CA865B3F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6250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2C55E"/>
                </a:solidFill>
                <a:latin typeface="Aptos Display"/>
                <a:ea typeface="Aptos Display"/>
                <a:cs typeface="Aptos Display"/>
              </a:rPr>
              <a:t>Controls / 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018F69-8764-416E-BE14-ADF1D9A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91100"/>
            <a:ext cx="195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Python/C++ tests, state machines, motor safety, and diagnostics.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383C2D-763F-465E-A5FE-9059D882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2362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0AC03-27E4-4544-8F72-1351A59E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AC7B24-BEB4-4A84-BF4B-EF931BAB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6250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MuJoCo / RL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FF0B33-32C7-41CE-A682-BF81C4CF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91100"/>
            <a:ext cx="195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URDF cleanup, simulation setup, simple control, then RL training.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E5C3CE-031C-41DE-A224-ACB6306B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43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ACC15"/>
                </a:solidFill>
                <a:latin typeface="Aptos Display"/>
                <a:ea typeface="Aptos Display"/>
                <a:cs typeface="Aptos Display"/>
              </a:rPr>
              <a:t>Good fit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741ED1-B8B3-4DC2-A99D-A3AE49AE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051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You do not need to know everything. You do need to be careful, self-directed, and willing to test real hardware without guessing.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793001-2119-4BF6-9EED-792AC77E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2333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778A74-68EA-43DC-A151-B682A808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958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8B5CF6"/>
                </a:solidFill>
                <a:latin typeface="Aptos Display"/>
                <a:ea typeface="Aptos Display"/>
                <a:cs typeface="Aptos Display"/>
              </a:rPr>
              <a:t>Contact / meeting time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DFFC90-3D93-48F2-AC48-CBE6B49A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435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Add your name, Discord, email, or QR code here.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BA05B0-1940-48BE-AC46-82D4BCE5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752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Real robot. Real debugging. Real chance to build something unusual.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847148-60E8-48C8-97E8-35BA7978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912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Quadruped Robot Project</a:t>
            </a:r>
          </a:p>
        </p:txBody>
      </p:sp>
    </p:spTree>
    <p:extLst>
      <p:ext uri="{BB962C8B-B14F-4D97-AF65-F5344CB8AC3E}">
        <p14:creationId xmlns:p14="http://schemas.microsoft.com/office/powerpoint/2010/main" val="1952259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2026-06-13T09:13:20.0390000Z</dcterms:created>
  <dcterms:modified xsi:type="dcterms:W3CDTF">2026-06-13T09:13:20.0390000Z</dcterms:modified>
</coreProperties>
</file>